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120640"/>
            <a:ext cx="64008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0" y="274320"/>
            <a:ext cx="749808" cy="749808"/>
          </a:xfrm>
          <a:prstGeom prst="rect">
            <a:avLst/>
          </a:prstGeom>
          <a:solidFill>
            <a:srgbClr val="2E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274320"/>
            <a:ext cx="74980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9900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9966960" y="274320"/>
            <a:ext cx="749808" cy="749808"/>
          </a:xfrm>
          <a:prstGeom prst="rect">
            <a:avLst/>
          </a:prstGeom>
          <a:solidFill>
            <a:srgbClr val="33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0" y="274320"/>
            <a:ext cx="74980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9900"/>
                </a:solidFill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0" y="274320"/>
            <a:ext cx="749808" cy="749808"/>
          </a:xfrm>
          <a:prstGeom prst="rect">
            <a:avLst/>
          </a:prstGeom>
          <a:solidFill>
            <a:srgbClr val="1A2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274320"/>
            <a:ext cx="74980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9900"/>
                </a:solidFill>
              </a:rP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097280"/>
            <a:ext cx="749808" cy="749808"/>
          </a:xfrm>
          <a:prstGeom prst="rect">
            <a:avLst/>
          </a:prstGeom>
          <a:solidFill>
            <a:srgbClr val="3D5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097280"/>
            <a:ext cx="74980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9900"/>
                </a:solidFill>
              </a:rPr>
              <a:t>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66960" y="1097280"/>
            <a:ext cx="749808" cy="749808"/>
          </a:xfrm>
          <a:prstGeom prst="rect">
            <a:avLst/>
          </a:prstGeom>
          <a:solidFill>
            <a:srgbClr val="28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0" y="1097280"/>
            <a:ext cx="74980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9900"/>
                </a:solidFill>
              </a:rPr>
              <a:t>32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9920" y="1097280"/>
            <a:ext cx="749808" cy="749808"/>
          </a:xfrm>
          <a:prstGeom prst="rect">
            <a:avLst/>
          </a:prstGeom>
          <a:solidFill>
            <a:srgbClr val="3A4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0" y="1097280"/>
            <a:ext cx="74980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9900"/>
                </a:solidFill>
              </a:rPr>
              <a:t>64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920240"/>
            <a:ext cx="749808" cy="749808"/>
          </a:xfrm>
          <a:prstGeom prst="rect">
            <a:avLst/>
          </a:prstGeom>
          <a:solidFill>
            <a:srgbClr val="22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920240"/>
            <a:ext cx="74980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9900"/>
                </a:solidFill>
              </a:rPr>
              <a:t>128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60" y="1920240"/>
            <a:ext cx="749808" cy="749808"/>
          </a:xfrm>
          <a:prstGeom prst="rect">
            <a:avLst/>
          </a:prstGeom>
          <a:solidFill>
            <a:srgbClr val="41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1920240"/>
            <a:ext cx="74980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9900"/>
                </a:solidFill>
              </a:rPr>
              <a:t>256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89920" y="1920240"/>
            <a:ext cx="749808" cy="749808"/>
          </a:xfrm>
          <a:prstGeom prst="rect">
            <a:avLst/>
          </a:prstGeom>
          <a:solidFill>
            <a:srgbClr val="2C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1920240"/>
            <a:ext cx="749808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9900"/>
                </a:solidFill>
              </a:rPr>
              <a:t>512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2004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2E3C50"/>
                </a:solidFill>
              </a:rPr>
              <a:t>2048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</a:rPr>
              <a:t>PROJECT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192024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2048 Game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2F2F2"/>
                </a:solidFill>
              </a:rPr>
              <a:t>Built with React · TypeScript · EPCC Workflow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Amazon Internal  | 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900"/>
                </a:solidFill>
              </a:rPr>
              <a:t>What makes this implementation stand 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303520" cy="20116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3035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303520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54480"/>
            <a:ext cx="4901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2F3E"/>
                </a:solidFill>
              </a:rPr>
              <a:t>📊  Score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11680"/>
            <a:ext cx="49011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Tracks high scores across sessions with persistent local storage. Players can review past performance and compare scores over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463040"/>
            <a:ext cx="5303520" cy="20116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417320"/>
            <a:ext cx="53035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17320"/>
            <a:ext cx="5303520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554480"/>
            <a:ext cx="4901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2F3E"/>
                </a:solidFill>
              </a:rPr>
              <a:t>🏆  Leaderboard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011680"/>
            <a:ext cx="49011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Global and local leaderboard views with real-time ranking updates. Displays top players with timestamps and score breakdowns.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75888"/>
            <a:ext cx="5303520" cy="20116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630168"/>
            <a:ext cx="53035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630168"/>
            <a:ext cx="5303520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767328"/>
            <a:ext cx="4901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2F3E"/>
                </a:solidFill>
              </a:rPr>
              <a:t>💾  Game State Persistence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224528"/>
            <a:ext cx="49011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Auto-saves board state on every move via custom React hooks. Resume exactly where you left off — even after a page refresh.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675888"/>
            <a:ext cx="5303520" cy="20116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630168"/>
            <a:ext cx="53035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3630168"/>
            <a:ext cx="5303520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3767328"/>
            <a:ext cx="4901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2F3E"/>
                </a:solidFill>
              </a:rPr>
              <a:t>⚛  React + TypeScript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4224528"/>
            <a:ext cx="49011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Fully type-safe component architecture with strict mode enabled. Custom hooks abstract game logic from UI for clean separation.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Amazon Internal  | 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EPCC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900"/>
                </a:solidFill>
              </a:rPr>
              <a:t>How we built the 2048 Game end-to-end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644" y="1554480"/>
            <a:ext cx="260604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0644" y="1554480"/>
            <a:ext cx="260604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99616" y="1719072"/>
            <a:ext cx="768096" cy="76809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99616" y="1719072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" y="263347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32F3E"/>
                </a:solidFill>
              </a:rPr>
              <a:t>Explore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26464" y="3063240"/>
            <a:ext cx="9144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" y="3182112"/>
            <a:ext cx="22768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4A"/>
                </a:solidFill>
              </a:rPr>
              <a:t>Deep-dived into 2048 game rules, existing implementations, and React + TypeScript best practices before writing a single 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3260" y="29718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7852" y="1554480"/>
            <a:ext cx="260604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7852" y="1554480"/>
            <a:ext cx="2606040" cy="73152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1719072"/>
            <a:ext cx="768096" cy="768096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06824" y="1719072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5012" y="263347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32F3E"/>
                </a:solidFill>
              </a:rPr>
              <a:t>Plan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33672" y="3063240"/>
            <a:ext cx="914400" cy="36576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2444" y="3182112"/>
            <a:ext cx="22768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4A"/>
                </a:solidFill>
              </a:rPr>
              <a:t>Designed component hierarchy, state model, hook interfaces, and persistence strategy. Agreed on acceptance criteria up-front.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0468" y="29718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5060" y="1554480"/>
            <a:ext cx="260604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5060" y="1554480"/>
            <a:ext cx="2606040" cy="73152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14032" y="1719072"/>
            <a:ext cx="768096" cy="768096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14032" y="1719072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263347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32F3E"/>
                </a:solidFill>
              </a:rPr>
              <a:t>Code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3063240"/>
            <a:ext cx="914400" cy="36576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9652" y="3182112"/>
            <a:ext cx="22768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4A"/>
                </a:solidFill>
              </a:rPr>
              <a:t>Implemented game engine, board UI, score history, leaderboard, and localStorage persistence with full TypeScript strict mode.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7676" y="29718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2268" y="1554480"/>
            <a:ext cx="260604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02268" y="1554480"/>
            <a:ext cx="2606040" cy="73152"/>
          </a:xfrm>
          <a:prstGeom prst="rect">
            <a:avLst/>
          </a:prstGeom>
          <a:solidFill>
            <a:srgbClr val="8A1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21240" y="1719072"/>
            <a:ext cx="768096" cy="768096"/>
          </a:xfrm>
          <a:prstGeom prst="rect">
            <a:avLst/>
          </a:prstGeom>
          <a:solidFill>
            <a:srgbClr val="8A1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40" y="1719072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9428" y="263347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32F3E"/>
                </a:solidFill>
              </a:rPr>
              <a:t>Commit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48088" y="3063240"/>
            <a:ext cx="914400" cy="36576"/>
          </a:xfrm>
          <a:prstGeom prst="rect">
            <a:avLst/>
          </a:prstGeom>
          <a:solidFill>
            <a:srgbClr val="8A1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66860" y="3182112"/>
            <a:ext cx="22768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4A"/>
                </a:solidFill>
              </a:rPr>
              <a:t>Ran typecheck, lint, and unit tests. Reviewed code quality, wrote documentation, and delivered a production-ready build.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212080"/>
            <a:ext cx="11274552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3492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4A4A4A"/>
                </a:solidFill>
              </a:rPr>
              <a:t>Structured, intentional development — from first principles to shipped product.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Amazon Internal  | 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